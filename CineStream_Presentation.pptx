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5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7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777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04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365760"/>
            <a:ext cx="640080" cy="640080"/>
          </a:xfrm>
          <a:prstGeom prst="rect">
            <a:avLst/>
          </a:prstGeom>
          <a:solidFill>
            <a:srgbClr val="E5091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06640" y="365760"/>
            <a:ext cx="640080" cy="640080"/>
          </a:xfrm>
          <a:prstGeom prst="rect">
            <a:avLst/>
          </a:prstGeom>
          <a:solidFill>
            <a:srgbClr val="E50914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0" y="365760"/>
            <a:ext cx="640080" cy="640080"/>
          </a:xfrm>
          <a:prstGeom prst="rect">
            <a:avLst/>
          </a:prstGeom>
          <a:solidFill>
            <a:srgbClr val="E50914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1463040"/>
            <a:ext cx="640080" cy="640080"/>
          </a:xfrm>
          <a:prstGeom prst="rect">
            <a:avLst/>
          </a:prstGeom>
          <a:solidFill>
            <a:srgbClr val="E50914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463040"/>
            <a:ext cx="640080" cy="640080"/>
          </a:xfrm>
          <a:prstGeom prst="rect">
            <a:avLst/>
          </a:prstGeom>
          <a:solidFill>
            <a:srgbClr val="E50914">
              <a:alpha val="15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2286000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1005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CineStream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594360" y="20116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Ticket Booking System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94360" y="2743200"/>
            <a:ext cx="2377440" cy="38404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743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 Capstone Project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4480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Shreyansh Singhal (590011979) , Soumil Dubey (590016651) |  BT-CSE-IV-SPZ-CSF-B8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E5091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CineStream?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60520" cy="3474720"/>
          </a:xfrm>
          <a:prstGeom prst="rect">
            <a:avLst/>
          </a:prstGeom>
          <a:solidFill>
            <a:srgbClr val="28282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25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CineStream is a desktop-based Movie Ticket Booking System built entirely in Java using the Swing GUI framework.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simulates a real-world cinema booking experience — from user login and mall selection to seat picking and payment checkout.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uses an in-memory database and object-oriented design to manage users, malls, movies, and seat states.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2011680" cy="1600200"/>
          </a:xfrm>
          <a:prstGeom prst="rect">
            <a:avLst/>
          </a:prstGeom>
          <a:solidFill>
            <a:srgbClr val="28282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258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57800" y="13258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Login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0060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&amp; authenticate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58000" y="1188720"/>
            <a:ext cx="2011680" cy="1600200"/>
          </a:xfrm>
          <a:prstGeom prst="rect">
            <a:avLst/>
          </a:prstGeom>
          <a:solidFill>
            <a:srgbClr val="28282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3258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13258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Swing GUI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94944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desktop interface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09160" y="2971800"/>
            <a:ext cx="2011680" cy="1600200"/>
          </a:xfrm>
          <a:prstGeom prst="rect">
            <a:avLst/>
          </a:prstGeom>
          <a:solidFill>
            <a:srgbClr val="28282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1089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57800" y="31089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DB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0060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HashMap / ArrayList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858000" y="2971800"/>
            <a:ext cx="2011680" cy="1600200"/>
          </a:xfrm>
          <a:prstGeom prst="rect">
            <a:avLst/>
          </a:prstGeom>
          <a:solidFill>
            <a:srgbClr val="28282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310896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31089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 Concepts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94944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Encapsulation, Abstraction,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cs typeface="Arial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E5091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Requirements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&amp; Non-Functional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23360" cy="3566160"/>
          </a:xfrm>
          <a:prstGeom prst="rect">
            <a:avLst/>
          </a:prstGeom>
          <a:solidFill>
            <a:srgbClr val="28282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98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Functional Requirements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registration and login with credential validation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malls and view currently showing movies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cinema halls / screens per movie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seat selection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summary with GST tax calculation (18%)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payment and persist seat state in memory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17720" y="1188720"/>
            <a:ext cx="4206240" cy="3566160"/>
          </a:xfrm>
          <a:prstGeom prst="rect">
            <a:avLst/>
          </a:prstGeom>
          <a:solidFill>
            <a:srgbClr val="28282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2984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 Non-Functional Requirements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755648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Usability: Intuitive dark-theme GUI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Performance: Instant in-memory lookups via HashMap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Reliability: Seat state persists for session duration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Scalability: Add malls/movies by updating initDatabase()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Portability: Pure Java — runs on any JVM (Windows/Linux/Mac)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Maintainability: OOP models isolate domain concerns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E5091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High-Level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2286000"/>
            <a:ext cx="1417320" cy="822960"/>
          </a:xfrm>
          <a:prstGeom prst="rect">
            <a:avLst/>
          </a:prstGeom>
          <a:solidFill>
            <a:srgbClr val="E5091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2860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3080" y="2697480"/>
            <a:ext cx="502920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21992" y="2633472"/>
            <a:ext cx="91440" cy="1371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9" name="Shape 7"/>
          <p:cNvSpPr/>
          <p:nvPr/>
        </p:nvSpPr>
        <p:spPr>
          <a:xfrm>
            <a:off x="1920240" y="2286000"/>
            <a:ext cx="1417320" cy="822960"/>
          </a:xfrm>
          <a:prstGeom prst="rect">
            <a:avLst/>
          </a:prstGeom>
          <a:solidFill>
            <a:srgbClr val="1D4ED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22860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(Mall Select)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697480"/>
            <a:ext cx="502920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76472" y="2633472"/>
            <a:ext cx="91440" cy="1371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2286000"/>
            <a:ext cx="1417320" cy="82296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0" y="22860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2697480"/>
            <a:ext cx="502920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30952" y="2633472"/>
            <a:ext cx="91440" cy="1371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2286000"/>
            <a:ext cx="1417320" cy="8229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22860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697480"/>
            <a:ext cx="502920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85432" y="2633472"/>
            <a:ext cx="91440" cy="1371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2286000"/>
            <a:ext cx="1417320" cy="822960"/>
          </a:xfrm>
          <a:prstGeom prst="rect">
            <a:avLst/>
          </a:prstGeom>
          <a:solidFill>
            <a:srgbClr val="22C55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0" y="22860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Payment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383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Layers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8412480" cy="320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  (Java Swing — JFrame, CardLayout, JToggleButton, JPanel)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114800"/>
            <a:ext cx="841248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Layer  (Booking flow, seat management, GST computation)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  (In-memory HashMap&lt;String,User&gt;, ArrayList&lt;Mall&gt;, boolean[][] seats)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1965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 Flow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E5091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Low-Level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CCCCC"/>
                </a:solidFill>
                <a:latin typeface="Arial" pitchFamily="34" charset="0"/>
                <a:cs typeface="Arial" pitchFamily="34" charset="-120"/>
              </a:rPr>
              <a:t>OOP Concepts Snippets from our code</a:t>
            </a:r>
            <a:endParaRPr lang="en-US" sz="13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0350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Encapsulation</a:t>
            </a:r>
          </a:p>
        </p:txBody>
      </p:sp>
      <p:sp>
        <p:nvSpPr>
          <p:cNvPr id="57" name="Text 55"/>
          <p:cNvSpPr/>
          <p:nvPr/>
        </p:nvSpPr>
        <p:spPr>
          <a:xfrm>
            <a:off x="4160520" y="23317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60520" y="41148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E50914"/>
          </a:solidFill>
          <a:ln/>
        </p:spPr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97EA0A83-9685-4DFF-AD59-5DBDC9EFF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65725"/>
            <a:ext cx="3545179" cy="1531989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3D14BCEF-2406-40A7-B0BA-28D323D5F212}"/>
              </a:ext>
            </a:extLst>
          </p:cNvPr>
          <p:cNvSpPr txBox="1"/>
          <p:nvPr/>
        </p:nvSpPr>
        <p:spPr>
          <a:xfrm>
            <a:off x="4711700" y="1189482"/>
            <a:ext cx="313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Inheritance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26B5249-48FA-4F6A-94B9-9A443227335D}"/>
              </a:ext>
            </a:extLst>
          </p:cNvPr>
          <p:cNvSpPr txBox="1"/>
          <p:nvPr/>
        </p:nvSpPr>
        <p:spPr>
          <a:xfrm>
            <a:off x="412750" y="3140117"/>
            <a:ext cx="2444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Abstraction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DEA1C52C-7628-4AA2-927C-FE854FD3A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56677"/>
            <a:ext cx="7516274" cy="1371791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143810BF-56F1-4746-B806-44657A3B7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900" y="1545893"/>
            <a:ext cx="3411965" cy="5677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3317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DF115-7844-425F-98D4-C3D62300D6D2}"/>
              </a:ext>
            </a:extLst>
          </p:cNvPr>
          <p:cNvSpPr txBox="1"/>
          <p:nvPr/>
        </p:nvSpPr>
        <p:spPr>
          <a:xfrm>
            <a:off x="368300" y="406400"/>
            <a:ext cx="2667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Swing GUI (Frontend)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4C235D-1D9B-470B-B1C9-BEA43B35F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15598"/>
            <a:ext cx="4043927" cy="9859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43EC2A-1693-474E-959B-1807A43D4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38349"/>
            <a:ext cx="4944787" cy="13129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3AF978D-CC4A-494E-B3C4-95136928369D}"/>
              </a:ext>
            </a:extLst>
          </p:cNvPr>
          <p:cNvSpPr txBox="1"/>
          <p:nvPr/>
        </p:nvSpPr>
        <p:spPr>
          <a:xfrm>
            <a:off x="368300" y="2926080"/>
            <a:ext cx="154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HashMap &amp; </a:t>
            </a:r>
            <a:r>
              <a:rPr lang="en-IN" sz="1200" dirty="0" err="1">
                <a:solidFill>
                  <a:schemeClr val="bg1">
                    <a:lumMod val="85000"/>
                  </a:schemeClr>
                </a:solidFill>
              </a:rPr>
              <a:t>ArrayList</a:t>
            </a:r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 (Backend)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8FB6016-FCB1-4CEA-9DC7-928270779C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773864"/>
            <a:ext cx="3940039" cy="110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11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548640"/>
            <a:ext cx="6400800" cy="3657600"/>
          </a:xfrm>
          <a:prstGeom prst="rect">
            <a:avLst/>
          </a:prstGeom>
          <a:solidFill>
            <a:srgbClr val="28282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548640"/>
            <a:ext cx="64008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822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4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44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2194560"/>
            <a:ext cx="4572000" cy="0"/>
          </a:xfrm>
          <a:prstGeom prst="line">
            <a:avLst/>
          </a:prstGeom>
          <a:noFill/>
          <a:ln w="1905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1828800" y="23317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E5091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323</Words>
  <Application>Microsoft Office PowerPoint</Application>
  <PresentationFormat>On-screen Show (16:9)</PresentationFormat>
  <Paragraphs>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CineStream - Movie Ticket Booking System</dc:title>
  <dc:subject>PptxGenJS Presentation</dc:subject>
  <dc:creator>Shreyansh</dc:creator>
  <cp:lastModifiedBy>Soumil Dubey</cp:lastModifiedBy>
  <cp:revision>7</cp:revision>
  <dcterms:created xsi:type="dcterms:W3CDTF">2026-05-04T06:49:44Z</dcterms:created>
  <dcterms:modified xsi:type="dcterms:W3CDTF">2026-05-04T08:31:41Z</dcterms:modified>
</cp:coreProperties>
</file>